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9"/>
  </p:notesMasterIdLst>
  <p:handoutMasterIdLst>
    <p:handoutMasterId r:id="rId10"/>
  </p:handoutMasterIdLst>
  <p:sldIdLst>
    <p:sldId id="1569" r:id="rId6"/>
    <p:sldId id="663" r:id="rId7"/>
    <p:sldId id="288" r:id="rId8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BF9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27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48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DCB2E629-E07A-4406-8138-6AA0722739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FF053BBC-6A62-4280-9F0D-87C1B8F1A358}"/>
              </a:ext>
            </a:extLst>
          </p:cNvPr>
          <p:cNvSpPr>
            <a:spLocks noGrp="1"/>
          </p:cNvSpPr>
          <p:nvPr>
            <p:ph type="body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4E49F707-9D9B-4406-B3FD-937A60F48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A28B0BC-6126-40CB-A0BF-9C08DF9A74D4}" type="slidenum">
              <a:rPr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402898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6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074907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6467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7367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F8D91FFE-8D14-92DF-853D-BD4509B509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5052" y="2526861"/>
            <a:ext cx="879475" cy="786140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Heavy"/>
                <a:ea typeface="阿里巴巴普惠体 Heavy"/>
                <a:cs typeface="+mn-cs"/>
              </a:rPr>
              <a:t>1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 Heavy"/>
              <a:ea typeface="阿里巴巴普惠体 Heavy"/>
              <a:cs typeface="+mn-cs"/>
            </a:endParaRP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2241443" y="2409978"/>
            <a:ext cx="2167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 dirty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5378" y="1900229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目录样式</a:t>
            </a:r>
            <a:endParaRPr lang="en-US" altLang="zh-CN" dirty="0"/>
          </a:p>
          <a:p>
            <a:pPr lvl="0"/>
            <a:r>
              <a:rPr lang="zh-CN" altLang="en-US" dirty="0"/>
              <a:t>目录样式</a:t>
            </a:r>
            <a:endParaRPr lang="en-US" altLang="zh-CN" dirty="0"/>
          </a:p>
          <a:p>
            <a:pPr lvl="0"/>
            <a:r>
              <a:rPr lang="zh-CN" altLang="en-US" dirty="0"/>
              <a:t>目录样式</a:t>
            </a:r>
            <a:endParaRPr lang="en-US" altLang="zh-CN" dirty="0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2089175" y="3046558"/>
            <a:ext cx="2319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面向对象编程</a:t>
            </a: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79" r:id="rId7"/>
    <p:sldLayoutId id="2147483692" r:id="rId8"/>
    <p:sldLayoutId id="2147483697" r:id="rId9"/>
    <p:sldLayoutId id="214748369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9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201422" y="3086317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436308" y="1588655"/>
            <a:ext cx="3362010" cy="3362010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4AA78795-269A-E803-C34E-18D7E9057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综合项目实战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6E6C8CFA-3E1E-1E87-69C7-2C0A3B057B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3136" y="3295948"/>
            <a:ext cx="5286664" cy="563562"/>
          </a:xfrm>
        </p:spPr>
        <p:txBody>
          <a:bodyPr/>
          <a:lstStyle/>
          <a:p>
            <a:r>
              <a:rPr lang="en-US" altLang="zh-CN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AI + GUI + Java</a:t>
            </a:r>
            <a:r>
              <a: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基础技术开发一个游戏</a:t>
            </a:r>
          </a:p>
        </p:txBody>
      </p:sp>
    </p:spTree>
    <p:extLst>
      <p:ext uri="{BB962C8B-B14F-4D97-AF65-F5344CB8AC3E}">
        <p14:creationId xmlns:p14="http://schemas.microsoft.com/office/powerpoint/2010/main" val="393193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2CA9C63-83AB-D290-61C1-4D4DC2FCF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5059" y="956242"/>
            <a:ext cx="2761619" cy="3994530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GUI</a:t>
            </a:r>
            <a:r>
              <a:rPr lang="zh-CN" altLang="en-US" dirty="0"/>
              <a:t>界面编程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、二维数组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、程序流程控制。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、面向对象编程。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DEE5E78-04A4-C498-0F59-5B1C5DCA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石头迷阵游戏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D95AAE-FED1-D4AB-2494-DAB27178C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96" y="1111624"/>
            <a:ext cx="3025269" cy="383914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0887E3D-E59A-DEAF-86DF-18452E517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446" y="1111624"/>
            <a:ext cx="3025269" cy="383914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13938</TotalTime>
  <Words>39</Words>
  <Application>Microsoft Office PowerPoint</Application>
  <PresentationFormat>宽屏</PresentationFormat>
  <Paragraphs>8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</vt:i4>
      </vt:variant>
    </vt:vector>
  </HeadingPairs>
  <TitlesOfParts>
    <vt:vector size="21" baseType="lpstr">
      <vt:lpstr>Alibaba PuHuiTi B</vt:lpstr>
      <vt:lpstr>Alibaba PuHuiTi M</vt:lpstr>
      <vt:lpstr>Alibaba PuHuiTi Medium</vt:lpstr>
      <vt:lpstr>Alibaba PuHuiTi R</vt:lpstr>
      <vt:lpstr>阿里巴巴普惠体</vt:lpstr>
      <vt:lpstr>阿里巴巴普惠体 Heavy</vt:lpstr>
      <vt:lpstr>阿里巴巴普惠体 Medium</vt:lpstr>
      <vt:lpstr>等线</vt:lpstr>
      <vt:lpstr>楷体</vt:lpstr>
      <vt:lpstr>Arial</vt:lpstr>
      <vt:lpstr>Calisto MT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综合项目实战</vt:lpstr>
      <vt:lpstr>石头迷阵游戏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l d</cp:lastModifiedBy>
  <cp:revision>1147</cp:revision>
  <cp:lastPrinted>2022-05-29T16:00:00Z</cp:lastPrinted>
  <dcterms:created xsi:type="dcterms:W3CDTF">2022-05-29T16:00:00Z</dcterms:created>
  <dcterms:modified xsi:type="dcterms:W3CDTF">2024-07-11T07:37:02Z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